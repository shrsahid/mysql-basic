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1" d="100"/>
          <a:sy n="111" d="100"/>
        </p:scale>
        <p:origin x="-1628"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7/28/2026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7/28/2026</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6448" y="6422064"/>
            <a:ext cx="762000" cy="365125"/>
          </a:xfr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1D8BD707-D9CF-40AE-B4C6-C98DA3205C09}" type="datetimeFigureOut">
              <a:rPr lang="en-US" smtClean="0"/>
              <a:pPr/>
              <a:t>7/28/2026</a:t>
            </a:fld>
            <a:endParaRPr 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smtClean="0"/>
              <a:t>Analysis reason behind resigned from job</a:t>
            </a:r>
            <a:br>
              <a:rPr smtClean="0"/>
            </a:br>
            <a:endParaRPr lang="en-US" dirty="0"/>
          </a:p>
        </p:txBody>
      </p:sp>
      <p:sp>
        <p:nvSpPr>
          <p:cNvPr id="3" name="Subtitle 2"/>
          <p:cNvSpPr>
            <a:spLocks noGrp="1"/>
          </p:cNvSpPr>
          <p:nvPr>
            <p:ph type="subTitle" idx="1"/>
          </p:nvPr>
        </p:nvSpPr>
        <p:spPr/>
        <p:txBody>
          <a:bodyPr/>
          <a:lstStyle/>
          <a:p>
            <a:r>
              <a:rPr lang="en-US" dirty="0" smtClean="0"/>
              <a:t>Prepared by </a:t>
            </a:r>
            <a:r>
              <a:rPr lang="en-US" dirty="0" err="1" smtClean="0"/>
              <a:t>Sahid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630362"/>
          </a:xfrm>
        </p:spPr>
        <p:txBody>
          <a:bodyPr>
            <a:normAutofit/>
          </a:bodyPr>
          <a:lstStyle/>
          <a:p>
            <a:r>
              <a:rPr lang="en-US" sz="3200" dirty="0" smtClean="0"/>
              <a:t>The </a:t>
            </a:r>
            <a:r>
              <a:rPr lang="en-US" sz="3200" dirty="0" smtClean="0"/>
              <a:t>list of employees who resigned and the department they belonged to</a:t>
            </a:r>
            <a:endParaRPr lang="en-US" sz="3200" dirty="0"/>
          </a:p>
        </p:txBody>
      </p:sp>
      <p:sp>
        <p:nvSpPr>
          <p:cNvPr id="3" name="Content Placeholder 2"/>
          <p:cNvSpPr>
            <a:spLocks noGrp="1"/>
          </p:cNvSpPr>
          <p:nvPr>
            <p:ph idx="1"/>
          </p:nvPr>
        </p:nvSpPr>
        <p:spPr>
          <a:xfrm>
            <a:off x="457200" y="2362200"/>
            <a:ext cx="7467600" cy="3763963"/>
          </a:xfrm>
        </p:spPr>
        <p:txBody>
          <a:bodyPr/>
          <a:lstStyle/>
          <a:p>
            <a:r>
              <a:rPr lang="en-US" dirty="0" smtClean="0"/>
              <a:t>The SQL queries</a:t>
            </a:r>
            <a:endParaRPr lang="en-US" dirty="0"/>
          </a:p>
        </p:txBody>
      </p:sp>
      <p:pic>
        <p:nvPicPr>
          <p:cNvPr id="4" name="Picture 3" descr="Who resigned.png"/>
          <p:cNvPicPr>
            <a:picLocks noChangeAspect="1"/>
          </p:cNvPicPr>
          <p:nvPr/>
        </p:nvPicPr>
        <p:blipFill>
          <a:blip r:embed="rId2"/>
          <a:stretch>
            <a:fillRect/>
          </a:stretch>
        </p:blipFill>
        <p:spPr>
          <a:xfrm>
            <a:off x="1447800" y="3124200"/>
            <a:ext cx="6400800" cy="266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fontScale="90000"/>
          </a:bodyPr>
          <a:lstStyle/>
          <a:p>
            <a:r>
              <a:rPr lang="en-US" dirty="0" smtClean="0"/>
              <a:t>The output </a:t>
            </a:r>
            <a:endParaRPr lang="en-US" dirty="0"/>
          </a:p>
        </p:txBody>
      </p:sp>
      <p:pic>
        <p:nvPicPr>
          <p:cNvPr id="5" name="Content Placeholder 4" descr="who resigned output 1.png"/>
          <p:cNvPicPr>
            <a:picLocks noGrp="1" noChangeAspect="1"/>
          </p:cNvPicPr>
          <p:nvPr>
            <p:ph sz="half" idx="1"/>
          </p:nvPr>
        </p:nvPicPr>
        <p:blipFill>
          <a:blip r:embed="rId2"/>
          <a:stretch>
            <a:fillRect/>
          </a:stretch>
        </p:blipFill>
        <p:spPr>
          <a:xfrm>
            <a:off x="1066800" y="1602473"/>
            <a:ext cx="2819400" cy="4216617"/>
          </a:xfrm>
        </p:spPr>
      </p:pic>
      <p:pic>
        <p:nvPicPr>
          <p:cNvPr id="6" name="Content Placeholder 5" descr="Who resigned output 2.png"/>
          <p:cNvPicPr>
            <a:picLocks noGrp="1" noChangeAspect="1"/>
          </p:cNvPicPr>
          <p:nvPr>
            <p:ph sz="half" idx="2"/>
          </p:nvPr>
        </p:nvPicPr>
        <p:blipFill>
          <a:blip r:embed="rId3"/>
          <a:stretch>
            <a:fillRect/>
          </a:stretch>
        </p:blipFill>
        <p:spPr>
          <a:xfrm>
            <a:off x="4572000" y="1905000"/>
            <a:ext cx="2889294" cy="36576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7467600" cy="1554162"/>
          </a:xfrm>
        </p:spPr>
        <p:txBody>
          <a:bodyPr>
            <a:noAutofit/>
          </a:bodyPr>
          <a:lstStyle/>
          <a:p>
            <a:r>
              <a:rPr lang="en-US" sz="3200" dirty="0" smtClean="0"/>
              <a:t>The </a:t>
            </a:r>
            <a:r>
              <a:rPr lang="en-US" sz="3200" dirty="0" smtClean="0"/>
              <a:t>highest number of resigned</a:t>
            </a:r>
            <a:r>
              <a:rPr lang="en-US" sz="3200" dirty="0" smtClean="0"/>
              <a:t>/ terminated employees from different department</a:t>
            </a:r>
            <a:endParaRPr lang="en-US" sz="3200" dirty="0"/>
          </a:p>
        </p:txBody>
      </p:sp>
      <p:sp>
        <p:nvSpPr>
          <p:cNvPr id="6" name="Content Placeholder 5"/>
          <p:cNvSpPr>
            <a:spLocks noGrp="1"/>
          </p:cNvSpPr>
          <p:nvPr>
            <p:ph idx="1"/>
          </p:nvPr>
        </p:nvSpPr>
        <p:spPr>
          <a:xfrm>
            <a:off x="457200" y="2667000"/>
            <a:ext cx="7467600" cy="3459163"/>
          </a:xfrm>
        </p:spPr>
        <p:txBody>
          <a:bodyPr/>
          <a:lstStyle/>
          <a:p>
            <a:r>
              <a:rPr lang="en-US" dirty="0" smtClean="0"/>
              <a:t>The </a:t>
            </a:r>
            <a:r>
              <a:rPr lang="en-US" dirty="0" smtClean="0"/>
              <a:t>SQL </a:t>
            </a:r>
            <a:r>
              <a:rPr lang="en-US" dirty="0" smtClean="0"/>
              <a:t>queries</a:t>
            </a:r>
            <a:endParaRPr lang="en-US" dirty="0"/>
          </a:p>
        </p:txBody>
      </p:sp>
      <p:pic>
        <p:nvPicPr>
          <p:cNvPr id="7" name="Picture 6" descr="Highest resigned as per dept.png"/>
          <p:cNvPicPr>
            <a:picLocks noChangeAspect="1"/>
          </p:cNvPicPr>
          <p:nvPr/>
        </p:nvPicPr>
        <p:blipFill>
          <a:blip r:embed="rId2"/>
          <a:stretch>
            <a:fillRect/>
          </a:stretch>
        </p:blipFill>
        <p:spPr>
          <a:xfrm>
            <a:off x="1600200" y="3505200"/>
            <a:ext cx="5638800"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3200400" cy="685800"/>
          </a:xfrm>
        </p:spPr>
        <p:txBody>
          <a:bodyPr>
            <a:normAutofit/>
          </a:bodyPr>
          <a:lstStyle/>
          <a:p>
            <a:r>
              <a:rPr lang="en-US" sz="3600" dirty="0" smtClean="0"/>
              <a:t>The Output</a:t>
            </a:r>
            <a:endParaRPr lang="en-US" sz="3600" dirty="0"/>
          </a:p>
        </p:txBody>
      </p:sp>
      <p:sp>
        <p:nvSpPr>
          <p:cNvPr id="3" name="Text Placeholder 2"/>
          <p:cNvSpPr>
            <a:spLocks noGrp="1"/>
          </p:cNvSpPr>
          <p:nvPr>
            <p:ph type="body" idx="2"/>
          </p:nvPr>
        </p:nvSpPr>
        <p:spPr>
          <a:xfrm>
            <a:off x="457200" y="4648200"/>
            <a:ext cx="7162800" cy="1143000"/>
          </a:xfrm>
        </p:spPr>
        <p:txBody>
          <a:bodyPr/>
          <a:lstStyle/>
          <a:p>
            <a:r>
              <a:rPr lang="en-US" dirty="0" smtClean="0"/>
              <a:t>According to the output we can see the highest resigned count is ‘8’,which belongs to the “Finance” department and the lowest resigned count is ‘1’ that’s belongs to the “Customer Support” department </a:t>
            </a:r>
            <a:endParaRPr lang="en-US" dirty="0"/>
          </a:p>
        </p:txBody>
      </p:sp>
      <p:pic>
        <p:nvPicPr>
          <p:cNvPr id="5" name="Content Placeholder 4" descr="T_count output.png"/>
          <p:cNvPicPr>
            <a:picLocks noGrp="1" noChangeAspect="1"/>
          </p:cNvPicPr>
          <p:nvPr>
            <p:ph sz="half" idx="1"/>
          </p:nvPr>
        </p:nvPicPr>
        <p:blipFill>
          <a:blip r:embed="rId2"/>
          <a:stretch>
            <a:fillRect/>
          </a:stretch>
        </p:blipFill>
        <p:spPr>
          <a:xfrm>
            <a:off x="990600" y="2139906"/>
            <a:ext cx="5181600" cy="220349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Analyzing </a:t>
            </a:r>
            <a:r>
              <a:rPr lang="en-US" sz="3200" dirty="0" smtClean="0"/>
              <a:t>the possible reasons behind employee </a:t>
            </a:r>
            <a:r>
              <a:rPr lang="en-US" sz="3200" dirty="0" smtClean="0"/>
              <a:t>resignation</a:t>
            </a:r>
            <a:r>
              <a:rPr lang="en-US" sz="3200" dirty="0" smtClean="0"/>
              <a:t>.</a:t>
            </a:r>
            <a:endParaRPr lang="en-US" sz="3200" dirty="0"/>
          </a:p>
        </p:txBody>
      </p:sp>
      <p:sp>
        <p:nvSpPr>
          <p:cNvPr id="3" name="Content Placeholder 2"/>
          <p:cNvSpPr>
            <a:spLocks noGrp="1"/>
          </p:cNvSpPr>
          <p:nvPr>
            <p:ph idx="1"/>
          </p:nvPr>
        </p:nvSpPr>
        <p:spPr>
          <a:xfrm>
            <a:off x="457200" y="1905000"/>
            <a:ext cx="7467600" cy="4221163"/>
          </a:xfrm>
        </p:spPr>
        <p:txBody>
          <a:bodyPr/>
          <a:lstStyle/>
          <a:p>
            <a:r>
              <a:rPr lang="en-US" dirty="0" smtClean="0"/>
              <a:t>The SQL </a:t>
            </a:r>
            <a:r>
              <a:rPr lang="en-US" dirty="0" smtClean="0"/>
              <a:t>queries</a:t>
            </a:r>
          </a:p>
          <a:p>
            <a:endParaRPr lang="en-US" dirty="0"/>
          </a:p>
        </p:txBody>
      </p:sp>
      <p:pic>
        <p:nvPicPr>
          <p:cNvPr id="4" name="Picture 3" descr="Analyze.png"/>
          <p:cNvPicPr>
            <a:picLocks noChangeAspect="1"/>
          </p:cNvPicPr>
          <p:nvPr/>
        </p:nvPicPr>
        <p:blipFill>
          <a:blip r:embed="rId2"/>
          <a:stretch>
            <a:fillRect/>
          </a:stretch>
        </p:blipFill>
        <p:spPr>
          <a:xfrm>
            <a:off x="1295400" y="2590801"/>
            <a:ext cx="545493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467600" cy="1143000"/>
          </a:xfrm>
        </p:spPr>
        <p:txBody>
          <a:bodyPr/>
          <a:lstStyle/>
          <a:p>
            <a:r>
              <a:rPr lang="en-US" dirty="0" smtClean="0"/>
              <a:t>The output</a:t>
            </a:r>
            <a:endParaRPr lang="en-US" dirty="0"/>
          </a:p>
        </p:txBody>
      </p:sp>
      <p:pic>
        <p:nvPicPr>
          <p:cNvPr id="5" name="Content Placeholder 4" descr="Analyze output 1.png"/>
          <p:cNvPicPr>
            <a:picLocks noGrp="1" noChangeAspect="1"/>
          </p:cNvPicPr>
          <p:nvPr>
            <p:ph sz="half" idx="1"/>
          </p:nvPr>
        </p:nvPicPr>
        <p:blipFill>
          <a:blip r:embed="rId2"/>
          <a:stretch>
            <a:fillRect/>
          </a:stretch>
        </p:blipFill>
        <p:spPr>
          <a:xfrm>
            <a:off x="457200" y="1905000"/>
            <a:ext cx="3657600" cy="4038600"/>
          </a:xfrm>
        </p:spPr>
      </p:pic>
      <p:pic>
        <p:nvPicPr>
          <p:cNvPr id="6" name="Content Placeholder 5" descr="Analyze output 2.png"/>
          <p:cNvPicPr>
            <a:picLocks noGrp="1" noChangeAspect="1"/>
          </p:cNvPicPr>
          <p:nvPr>
            <p:ph sz="half" idx="2"/>
          </p:nvPr>
        </p:nvPicPr>
        <p:blipFill>
          <a:blip r:embed="rId3"/>
          <a:stretch>
            <a:fillRect/>
          </a:stretch>
        </p:blipFill>
        <p:spPr>
          <a:xfrm>
            <a:off x="4267200" y="2209800"/>
            <a:ext cx="3657600" cy="3428999"/>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7467600" cy="1295400"/>
          </a:xfrm>
        </p:spPr>
        <p:txBody>
          <a:bodyPr>
            <a:noAutofit/>
          </a:bodyPr>
          <a:lstStyle/>
          <a:p>
            <a:r>
              <a:rPr lang="en-US" sz="3600" dirty="0" smtClean="0"/>
              <a:t>The </a:t>
            </a:r>
            <a:r>
              <a:rPr lang="en-US" sz="3600" dirty="0" smtClean="0"/>
              <a:t>possible reasons behind employee resignation</a:t>
            </a:r>
            <a:endParaRPr lang="en-US" sz="3600" dirty="0"/>
          </a:p>
        </p:txBody>
      </p:sp>
      <p:sp>
        <p:nvSpPr>
          <p:cNvPr id="4" name="Content Placeholder 3"/>
          <p:cNvSpPr>
            <a:spLocks noGrp="1"/>
          </p:cNvSpPr>
          <p:nvPr>
            <p:ph idx="1"/>
          </p:nvPr>
        </p:nvSpPr>
        <p:spPr>
          <a:xfrm>
            <a:off x="457200" y="2362200"/>
            <a:ext cx="7467600" cy="3763963"/>
          </a:xfrm>
        </p:spPr>
        <p:txBody>
          <a:bodyPr/>
          <a:lstStyle/>
          <a:p>
            <a:pPr>
              <a:buNone/>
            </a:pPr>
            <a:r>
              <a:rPr lang="en-US" sz="2400" dirty="0" smtClean="0"/>
              <a:t>    According </a:t>
            </a:r>
            <a:r>
              <a:rPr lang="en-US" sz="2400" dirty="0" smtClean="0"/>
              <a:t>to the analyze output – </a:t>
            </a:r>
            <a:r>
              <a:rPr lang="en-US" sz="2400" dirty="0" smtClean="0"/>
              <a:t>there are </a:t>
            </a:r>
            <a:r>
              <a:rPr lang="en-US" sz="2400" dirty="0" smtClean="0"/>
              <a:t>several </a:t>
            </a:r>
            <a:r>
              <a:rPr lang="en-US" sz="2400" dirty="0" smtClean="0"/>
              <a:t>reason to resigned from the job, here are some in below,</a:t>
            </a:r>
          </a:p>
          <a:p>
            <a:pPr>
              <a:buNone/>
            </a:pPr>
            <a:endParaRPr lang="en-US" sz="2400" dirty="0" smtClean="0"/>
          </a:p>
          <a:p>
            <a:pPr lvl="1">
              <a:buFont typeface="Wingdings" pitchFamily="2" charset="2"/>
              <a:buChar char="Ø"/>
            </a:pPr>
            <a:r>
              <a:rPr lang="en-US" sz="2000" dirty="0" smtClean="0"/>
              <a:t>A maximum amount of employees resigned from the only for the lowest salary</a:t>
            </a:r>
          </a:p>
          <a:p>
            <a:pPr lvl="1">
              <a:buFont typeface="Wingdings" pitchFamily="2" charset="2"/>
              <a:buChar char="Ø"/>
            </a:pPr>
            <a:r>
              <a:rPr lang="en-US" sz="2000" dirty="0" smtClean="0"/>
              <a:t>Some of them have lowest salary with multiple projects</a:t>
            </a:r>
          </a:p>
          <a:p>
            <a:pPr lvl="1">
              <a:buFont typeface="Wingdings" pitchFamily="2" charset="2"/>
              <a:buChar char="Ø"/>
            </a:pPr>
            <a:r>
              <a:rPr lang="en-US" sz="2000" dirty="0" smtClean="0"/>
              <a:t>Some of them may got better opportunities, even though some have good salary with lowest number of projects.</a:t>
            </a:r>
          </a:p>
          <a:p>
            <a:pPr>
              <a:buFont typeface="Wingdings" pitchFamily="2" charset="2"/>
              <a:buChar char="Ø"/>
            </a:pPr>
            <a:endParaRPr lang="en-US" sz="2400"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467600" cy="1447800"/>
          </a:xfrm>
        </p:spPr>
        <p:txBody>
          <a:bodyPr/>
          <a:lstStyle/>
          <a:p>
            <a:r>
              <a:rPr lang="en-US" dirty="0" smtClean="0"/>
              <a:t>Conclusion</a:t>
            </a:r>
            <a:endParaRPr lang="en-US" dirty="0"/>
          </a:p>
        </p:txBody>
      </p:sp>
      <p:sp>
        <p:nvSpPr>
          <p:cNvPr id="3" name="Content Placeholder 2"/>
          <p:cNvSpPr>
            <a:spLocks noGrp="1"/>
          </p:cNvSpPr>
          <p:nvPr>
            <p:ph idx="1"/>
          </p:nvPr>
        </p:nvSpPr>
        <p:spPr>
          <a:xfrm>
            <a:off x="457200" y="2438400"/>
            <a:ext cx="7467600" cy="3687763"/>
          </a:xfrm>
        </p:spPr>
        <p:txBody>
          <a:bodyPr>
            <a:normAutofit/>
          </a:bodyPr>
          <a:lstStyle/>
          <a:p>
            <a:pPr>
              <a:buFont typeface="Wingdings" pitchFamily="2" charset="2"/>
              <a:buChar char="ü"/>
            </a:pPr>
            <a:r>
              <a:rPr lang="en-US" sz="2400" dirty="0" smtClean="0"/>
              <a:t>We have a datasets of </a:t>
            </a:r>
            <a:r>
              <a:rPr lang="en-US" sz="2400" dirty="0" err="1" smtClean="0"/>
              <a:t>hr_training</a:t>
            </a:r>
            <a:r>
              <a:rPr lang="en-US" sz="2400" dirty="0" smtClean="0"/>
              <a:t> ,where a list of employees from different department including terminated employees. We have analysis this datasets as per the table. There are defined employees salary, departments and projects they are doing. We have tried to find the reason behind those employees who got resigned by using some SQL queries and we get some several reason of resigned.</a:t>
            </a:r>
            <a:endParaRPr lang="en-US" sz="2400" dirty="0"/>
          </a:p>
        </p:txBody>
      </p:sp>
    </p:spTree>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76</TotalTime>
  <Words>237</Words>
  <Application>Microsoft Office PowerPoint</Application>
  <PresentationFormat>On-screen Show (4:3)</PresentationFormat>
  <Paragraphs>20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Technic</vt:lpstr>
      <vt:lpstr>Analysis reason behind resigned from job </vt:lpstr>
      <vt:lpstr>The list of employees who resigned and the department they belonged to</vt:lpstr>
      <vt:lpstr>The output </vt:lpstr>
      <vt:lpstr>The highest number of resigned/ terminated employees from different department</vt:lpstr>
      <vt:lpstr>The Output</vt:lpstr>
      <vt:lpstr>Analyzing the possible reasons behind employee resignation.</vt:lpstr>
      <vt:lpstr>The output</vt:lpstr>
      <vt:lpstr>The possible reasons behind employee resignation</vt:lpstr>
      <vt:lpstr>Conclusion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reason behind resigned from job </dc:title>
  <dc:creator>Sahid Hasan</dc:creator>
  <cp:lastModifiedBy>MR GHOST</cp:lastModifiedBy>
  <cp:revision>8</cp:revision>
  <dcterms:created xsi:type="dcterms:W3CDTF">2006-08-16T00:00:00Z</dcterms:created>
  <dcterms:modified xsi:type="dcterms:W3CDTF">2026-07-28T07:55:16Z</dcterms:modified>
</cp:coreProperties>
</file>